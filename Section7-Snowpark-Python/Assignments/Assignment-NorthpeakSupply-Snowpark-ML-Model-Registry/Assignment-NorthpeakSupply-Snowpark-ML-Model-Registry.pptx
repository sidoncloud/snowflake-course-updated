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next assignment. In this one, you build a machine learning model that predicts which invoices will be paid late, before they're even due. It uses what you learned in Section 7, up to training and registering a model,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at a wholesale distributor called Northpeak Supply, and about a quarter of their invoices are paid late. Right now the collections team only finds out when the money doesn't arrive, so they want every new invoice scored on the day it's issued. Today they use a simple rule, which is to flag customers who've paid late before, so your model is only worth it if it does better than that. The starter script generates the customers, invoices and payments for you, and you do the model work in a Snowflake Notebook.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explore the data and find out what drives late payment. While you're doing that, look out for a column that gives the answer away, because if it goes into the model, the results look great and mean nothing. Then build your features using only what was known on the day each invoice was issued. Next, train a model and test it on later invoices it has never seen. After that, prove that it beats the rule collections uses today. And finally, register the model so it's ready to score new invoices. The starter files have the data script and a notebook with a cell for each task. Once you've trained your model, compare your results with mine at the link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nowpark-ml-xgboost-model-registry-late-invoice-payments"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SNOWPARK ML AND THE MODEL REGISTRY</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Northpeak Supply</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Predict which invoices will be paid late, before the due date</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Intermediate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7, up to training a model</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 wholesale distributor that learns about late payers too late</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A quarter of invoices are paid late</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About 600 business customers. 2,212 of 9,000 invoices were paid after the due date, 24.6%.</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Collections finds out too late</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They learn only when the money doesn't arrive. They want every new invoice scored the day it is issued.</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the model has to beat today's rule</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Today they flag customers who paid late before. A model is only worth it if it does better.</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Customers, invoices and payments, generated by the starter script. The model work runs in a Snowflake Notebook.</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Explore the data and find what drives late payment</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Find the column that gives the answer away, and keep it out</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Build features using only what was known on the invoice date</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Train a model and test it on invoices it has never seen</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Prove it beats the rule collections uses today</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Register the model so it's ready to score new invoices</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1500" b="1" u="sng">
                <a:solidFill>
                  <a:srgbClr val="11567F"/>
                </a:solidFill>
                <a:latin typeface="Segoe UI Semibold"/>
                <a:hlinkClick r:id="rId2"/>
              </a:rPr>
              <a:t>https://cognifydata.com/labs/snowpark-ml-xgboost-model-registry-late-invoice-payments</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